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2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972F-5C68-9A81-716B-E8FE4DE1C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932E0-6220-3D9D-56DF-68DA553B9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CC9E-F56B-4610-1F98-7D8EBA5D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025F3-18E3-0C19-CB37-1986034E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F20D8-4D3D-DF3F-75F0-3832032B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6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D756-9BD5-C800-813C-E320E48F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E2A5-E41D-A59B-0092-311EE9DAC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1861D-44BF-4F85-35FB-367CBA49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8E69C-3BF1-D90D-92EF-2B22CD23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7C693-61FC-9AFC-3138-4B7C12DC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2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ABF3-B349-D462-C3AA-48E8649E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4762-67F2-0FB3-21AA-91998AA70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BC471-8754-5183-8161-3B595BDC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F9FA4-9732-28AF-2416-EBD2EAE1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96D76-5C46-10DD-982A-04998662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2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B9DB-172C-132F-5790-0CE065F7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043F-86B6-E689-BC24-DEE4EDABE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CCAAF-CA24-566F-9A8B-C3C701331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0C05-2175-49C3-6C10-3AAE3650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F84AD-2497-C0F8-C35D-C9455F5B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6FDC3-5176-CF21-C749-4E4FFFE4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9FD8-70F9-9CCF-B6BC-24E33DC3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CD66D-7607-71FF-F3B9-3FDAFDF00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F30F3-392D-07DA-4CF7-E6486800A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77175-05D2-30E2-550E-676FD418E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66CAB-77F8-A58C-EA9A-A91F82967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A42FD-3951-E383-DDE6-D1DE973F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E3B48-02CA-4BBD-DBA6-7CB4F879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B5DE-D33D-C7BB-094F-BFD1D5E0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77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2A65-C6C4-85A9-3BA4-668D87CB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521F5-F36D-EB3C-8AA1-3316785B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F8EF1-71BD-7BA7-09CF-CB2ED489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435F2-DC7B-DB7D-35DC-C158B981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8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A3AE3-B089-CE54-509B-C5E83F3D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15D06-E31B-04D6-B2FD-FFD789AE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F3AC2-8D8A-6ED8-25EC-95390029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FB94-2FA8-837C-1074-56A1A67C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8058-E6D6-104B-6548-5E49706E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2093B-7C1C-9110-B1D4-5E74509F5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537-AFB4-256D-8559-B881E4F8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49330-30FC-36D9-7BC5-2754C9F0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243E5-296F-ABC1-6E51-A4EFC433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314A-01FC-2863-5A39-88AF7E85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479A0-22DE-F39E-1B57-531BA61C4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438DF-829A-86BD-0F2F-488773ED3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D8FE5-468A-3867-85B8-C2AF6337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D8715-A504-BB9F-E99B-9289A692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16ADD-3D02-C8FE-A115-263F0D92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3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1E6A9-173C-A16F-730A-36A84B45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BFA44-EEA4-768B-5DAA-62880BCA3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55C88-2DFA-8090-993F-F21104CA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5977B-4205-8634-F3DA-EB193886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985C-2427-B765-0965-880428F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3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45AAA-B5B5-6197-6FEC-DA63E6F7A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9997F-F69D-63B9-EA5E-B5EE11040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1DEF-0AFD-9F9E-BF33-95A576FD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151D9-A893-30EC-C539-ABB5247D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9BF9F-99C1-5848-96BC-A135CCCB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BCF18-86C1-E6D2-E06F-50C71E7F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FD85F-B28B-1F30-0632-CB157A1F4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2429B-C6A3-F8A3-CA0E-1A1ECCA67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1EE54-3319-45BA-A450-3AD411A78C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ABFB-9807-2CCB-37BA-A2B78F559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56B6F-5582-A9DC-B87A-75E584422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F6839-33CD-48EC-9A08-E41F623D0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2A5C66D-DAE5-B7C3-3C4E-B12184F56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6125" y="1524000"/>
            <a:ext cx="56197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3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8E192-F6A3-93E2-2010-33D618D1C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995" y="0"/>
            <a:ext cx="5744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6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F62F0C-33B8-3EB0-B8F8-187B296A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503" y="1407649"/>
            <a:ext cx="9922994" cy="404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7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University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Ersal, Tulga</dc:creator>
  <cp:lastModifiedBy>Ersal, Tulga</cp:lastModifiedBy>
  <cp:revision>1</cp:revision>
  <dcterms:created xsi:type="dcterms:W3CDTF">2026-03-12T00:49:59Z</dcterms:created>
  <dcterms:modified xsi:type="dcterms:W3CDTF">2026-03-12T00:52:15Z</dcterms:modified>
</cp:coreProperties>
</file>